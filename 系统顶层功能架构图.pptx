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-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36B416-4E2E-443F-CA9B-3DFE37FF0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BE1E8-7468-31B8-6BF7-CC8B25C57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0A051-74B5-1B9A-40E2-FDDD50A1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F1AAD5-720F-0277-BA42-81D3BB5E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296D0-FE40-D2CD-013B-5E01A663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84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763ED-1199-B5B6-FC93-CAECE9E2B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FC0B9-9FA9-E06F-8FF6-603940FCA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2B9AF-1F4D-3C73-50CA-C37B8A6B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0C536-6B67-4794-54CA-6054BA597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6DDCFC-4D63-97EF-9ECB-3C69A948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54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AA5A8-76A7-72F6-B572-B03C5E36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7D124-99B3-2039-8BA3-CBD35EB1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C03ED7-CCD0-8CB3-B956-C42DAA177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4CD4AA-4D88-FD95-39B3-F5392FB8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94F2F5-4F19-E7FF-2B9E-3754938C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84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C6A83-75E5-2092-2CDF-328695EC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3A9E5-5389-A809-F68E-240D31827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35F12A-B3A4-4592-28D8-8DFD3CBE2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73636-5647-8E16-02C2-A860D2ED0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2EA70-24AF-C8C0-1757-927F2E8AA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A229EB-822D-97F2-53A0-36EC690B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68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156092-8299-BF89-7B12-8720BB38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7E9C8A-B35C-5D28-7F08-0F87D89F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AB8AC7-046E-685A-613E-C8D84C354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5AED21-4E87-758E-1B04-A1361EF98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6D3A62-6628-91BA-DC1F-59057ABE0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C081EB-DFF3-57B3-A4DA-399A8229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ACE4C5-FB6F-4094-5613-3778FA52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2A4007-02A5-2E78-24E3-2B017436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43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B511D-E14E-2D2B-BDEF-071151CA4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902714-6F26-3B15-3C1C-A82BF5631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3BE912-541F-417D-1C4E-D918D94A8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454A83-5654-365F-8E12-F4C5B278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983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99D9DC-185A-D3D3-D4F9-0BE669C9C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1E591C-6D92-D99C-7843-8B396D3B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7FD8B9-C4DD-35B0-3805-45944C7E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97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1C213-F302-8992-70AF-CCE22175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9CA71A-FF62-6E22-3A78-CAC397C9F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231116-04D6-FBC6-3A56-7E1D41FDE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19D768-0F7C-37B5-089E-D9FAB100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2FBCD3-7111-356F-C7DB-A1F39F03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50CE0B-D897-CEB4-814A-1187833F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05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42A9B-DEFC-7B77-76CC-88F5A035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8800C6-C819-0A66-71F2-C4A46374C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5BB629-D752-8A06-A5E6-A6F75C58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5DAB93-5963-8E1C-AEB2-986BC620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372C22-A6C0-F3EC-7A97-557E4B36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74F2E7-FDF1-42C6-2641-011665F7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2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E591C-959A-856A-5B9B-53AB0B8E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6B56F8-FB6E-4614-B3F2-42565ECC0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7CA649-BE82-8989-C49F-F7A5D243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894D4F-79E8-A387-9D81-AA527E60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C1BAC3-EDB6-264F-4FBC-9F7AF4FD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016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783531-2323-FAC8-2C20-00BA3F901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551891-32D8-A384-E844-6CA2A055B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D2809-911A-8280-EA75-A0A43B41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004774-D754-9FE9-92C6-19B7CD2E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06D3B-8D49-ADB9-D8D3-23875709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16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B93273-4C95-958A-F4FF-59156CF1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AE9AB-7B84-3EB6-57D1-2EBCF16F6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7A8BE-7F42-A692-D6EA-55ADB1A77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F7C2C-D54D-4D83-82CE-CD44728E7C6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C5CD6-A94B-5F0E-024B-07485BFD7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84E6E-F0FB-89B5-60E6-9502E7C5E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682F1-B15A-4511-B4B2-E39C6D716C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8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B5D626-5DF1-2DE4-4E78-E1F967DB5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5FD084-4148-D9BB-F5CD-A6EEA8773E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91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399AD9E-950E-05D5-F70F-14CB12DED1E6}"/>
              </a:ext>
            </a:extLst>
          </p:cNvPr>
          <p:cNvSpPr/>
          <p:nvPr/>
        </p:nvSpPr>
        <p:spPr>
          <a:xfrm>
            <a:off x="755428" y="2703156"/>
            <a:ext cx="1230760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数据来源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16DFDC2-A152-585B-D165-B72055883761}"/>
              </a:ext>
            </a:extLst>
          </p:cNvPr>
          <p:cNvSpPr/>
          <p:nvPr/>
        </p:nvSpPr>
        <p:spPr>
          <a:xfrm>
            <a:off x="3092403" y="2715774"/>
            <a:ext cx="1230760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数据管理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DE7C76E-4F14-4CEF-1CAD-20F088B3D7D0}"/>
              </a:ext>
            </a:extLst>
          </p:cNvPr>
          <p:cNvSpPr/>
          <p:nvPr/>
        </p:nvSpPr>
        <p:spPr>
          <a:xfrm>
            <a:off x="4815049" y="2715774"/>
            <a:ext cx="1230760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信号处理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172E357-8B9B-F858-1B46-D99C7061AD1A}"/>
              </a:ext>
            </a:extLst>
          </p:cNvPr>
          <p:cNvSpPr/>
          <p:nvPr/>
        </p:nvSpPr>
        <p:spPr>
          <a:xfrm>
            <a:off x="6535593" y="2715773"/>
            <a:ext cx="1230760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算法模型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09CE0A8-32B5-6209-7E0C-537D1C6D6A65}"/>
              </a:ext>
            </a:extLst>
          </p:cNvPr>
          <p:cNvSpPr/>
          <p:nvPr/>
        </p:nvSpPr>
        <p:spPr>
          <a:xfrm>
            <a:off x="8256137" y="2715772"/>
            <a:ext cx="1230760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结果管理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332E23-56F0-50DF-1CBD-D0C103982811}"/>
              </a:ext>
            </a:extLst>
          </p:cNvPr>
          <p:cNvSpPr/>
          <p:nvPr/>
        </p:nvSpPr>
        <p:spPr>
          <a:xfrm>
            <a:off x="10426523" y="2715771"/>
            <a:ext cx="1022658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可视化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B77080D-9885-3105-1290-6877427144BD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986188" y="2961711"/>
            <a:ext cx="1106215" cy="126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E3B7339-F78A-670B-0C3F-D8A10C473A8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23163" y="2974329"/>
            <a:ext cx="49188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339A8E5-4B0E-06EA-2ECE-15BDF4A9EDE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6045809" y="2974328"/>
            <a:ext cx="489784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BDC6601-1B33-8BFC-8BCE-BA63443D2C7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7766353" y="2974327"/>
            <a:ext cx="489784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42924E9-E6F8-3871-C48A-7FA710D591C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9486897" y="2974326"/>
            <a:ext cx="93962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5B1E43C-8050-995D-14C5-D31384A39D06}"/>
              </a:ext>
            </a:extLst>
          </p:cNvPr>
          <p:cNvSpPr txBox="1"/>
          <p:nvPr/>
        </p:nvSpPr>
        <p:spPr>
          <a:xfrm>
            <a:off x="1950977" y="2543300"/>
            <a:ext cx="129907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导入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解析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48EFE66-D13C-BE2D-7B2B-D2E3218B89EA}"/>
              </a:ext>
            </a:extLst>
          </p:cNvPr>
          <p:cNvSpPr/>
          <p:nvPr/>
        </p:nvSpPr>
        <p:spPr>
          <a:xfrm>
            <a:off x="9341330" y="3491435"/>
            <a:ext cx="1230760" cy="517110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实验管理</a:t>
            </a:r>
          </a:p>
        </p:txBody>
      </p: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63D6DE37-ABD9-BD7A-8FD5-C716C313A22B}"/>
              </a:ext>
            </a:extLst>
          </p:cNvPr>
          <p:cNvCxnSpPr>
            <a:cxnSpLocks/>
            <a:stCxn id="8" idx="2"/>
            <a:endCxn id="23" idx="1"/>
          </p:cNvCxnSpPr>
          <p:nvPr/>
        </p:nvCxnSpPr>
        <p:spPr>
          <a:xfrm rot="16200000" flipH="1">
            <a:off x="8847869" y="3256529"/>
            <a:ext cx="517108" cy="469813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925B4000-C170-BADE-6216-B4D92688BE28}"/>
              </a:ext>
            </a:extLst>
          </p:cNvPr>
          <p:cNvCxnSpPr>
            <a:stCxn id="23" idx="3"/>
            <a:endCxn id="9" idx="2"/>
          </p:cNvCxnSpPr>
          <p:nvPr/>
        </p:nvCxnSpPr>
        <p:spPr>
          <a:xfrm flipV="1">
            <a:off x="10572090" y="3232881"/>
            <a:ext cx="365762" cy="517109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09FF08B1-0E5B-CCC1-4C81-11947613D7EC}"/>
              </a:ext>
            </a:extLst>
          </p:cNvPr>
          <p:cNvCxnSpPr>
            <a:cxnSpLocks/>
            <a:stCxn id="5" idx="0"/>
            <a:endCxn id="9" idx="0"/>
          </p:cNvCxnSpPr>
          <p:nvPr/>
        </p:nvCxnSpPr>
        <p:spPr>
          <a:xfrm rot="5400000" flipH="1" flipV="1">
            <a:off x="7322816" y="-899261"/>
            <a:ext cx="3" cy="7230069"/>
          </a:xfrm>
          <a:prstGeom prst="curvedConnector3">
            <a:avLst>
              <a:gd name="adj1" fmla="val 76201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21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4B91-767F-A532-B41B-39BC9E52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6BB473-0F94-4424-15E2-4D9B07EBE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系统功能架构图说明</a:t>
            </a:r>
            <a:br>
              <a:rPr lang="zh-CN" altLang="en-US" dirty="0"/>
            </a:b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本图展示了脑机接口软件平台的整体功能架构与数据流关系。系统以数据管理模块为核心，对来自不同数据源的脑信号数据进行统一组织与管理。数据经信号处理模块完成预处理与特征提取后，输入算法模型模块进行分析与推理，算法输出结果由结果管理模块统一整理。可视化模块用于展示原始数据、处理结果及实验分析结果。实验管理模块独立于主数据流，对实验配置、参数与结果进行关联与管理，以保证实验流程的可追溯性与可复现性。</a:t>
            </a:r>
          </a:p>
        </p:txBody>
      </p:sp>
    </p:spTree>
    <p:extLst>
      <p:ext uri="{BB962C8B-B14F-4D97-AF65-F5344CB8AC3E}">
        <p14:creationId xmlns:p14="http://schemas.microsoft.com/office/powerpoint/2010/main" val="287059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132</Words>
  <Application>Microsoft Office PowerPoint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仿宋</vt:lpstr>
      <vt:lpstr>黑体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zixuan wang</dc:creator>
  <cp:lastModifiedBy>zixuan wang</cp:lastModifiedBy>
  <cp:revision>1</cp:revision>
  <dcterms:created xsi:type="dcterms:W3CDTF">2026-01-30T03:29:25Z</dcterms:created>
  <dcterms:modified xsi:type="dcterms:W3CDTF">2026-01-30T04:14:03Z</dcterms:modified>
</cp:coreProperties>
</file>