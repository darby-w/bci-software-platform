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225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B10D32-8E59-40AA-954B-9A9B5E12FC50}" type="datetimeFigureOut">
              <a:rPr lang="zh-CN" altLang="en-US" smtClean="0"/>
              <a:t>2026/2/3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75F058-6816-4459-BEE1-4D8E0F9872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2975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75F058-6816-4459-BEE1-4D8E0F987270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38928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A599F9-4D80-3256-663C-13A28677C7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93EACEA-18A0-26B0-5F6A-4AA91D0CA1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7229C09-B474-5F01-01D4-4D5AE6CF9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A111F-DF29-4A53-8F13-DB9EA2331AE4}" type="datetimeFigureOut">
              <a:rPr lang="zh-CN" altLang="en-US" smtClean="0"/>
              <a:t>2026/2/3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6E6C8B-6291-41A0-7CD7-7D8F21265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C12608-8B29-EC0F-1DE0-D61E684CF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3115A-69DA-4CBE-82E5-00E4B32469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5196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C28872-A9F3-A5B0-D5FD-C76F069C3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1431309-99A1-8D0B-A63C-637A292C45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7B79F81-E3BC-18FE-B9C4-839C3A136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A111F-DF29-4A53-8F13-DB9EA2331AE4}" type="datetimeFigureOut">
              <a:rPr lang="zh-CN" altLang="en-US" smtClean="0"/>
              <a:t>2026/2/3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34A2AB-DBCD-243D-C9D8-DC7BB2160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55ACE2A-EEBA-9363-2998-F2BB77A97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3115A-69DA-4CBE-82E5-00E4B32469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6802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B2CDEA-EFDC-2636-E924-5A8D529E1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4953939-A5FB-87F5-00B3-A76D730715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05DA53-A183-CD16-B2E0-3B72B4656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A111F-DF29-4A53-8F13-DB9EA2331AE4}" type="datetimeFigureOut">
              <a:rPr lang="zh-CN" altLang="en-US" smtClean="0"/>
              <a:t>2026/2/3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BA7E82-B441-37F1-58FC-C1F0B0070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6A588D-A8F5-1614-C44E-9C16331A1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3115A-69DA-4CBE-82E5-00E4B32469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2973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B55BF8-9A0F-97B5-9990-09F9163A8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C69DB0C-2E47-86A8-3BA4-15F3EC1A45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EF74549-9C38-2CA3-333E-7B2E8EB154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A02D40B-7781-0E07-79E9-297C304D0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A111F-DF29-4A53-8F13-DB9EA2331AE4}" type="datetimeFigureOut">
              <a:rPr lang="zh-CN" altLang="en-US" smtClean="0"/>
              <a:t>2026/2/3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9386A5C-9062-B573-E77D-62DC9C6EF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D7A5863-19AA-3803-B3F1-F27756DCB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3115A-69DA-4CBE-82E5-00E4B32469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60391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F40F8C-4653-73D3-DF71-F09DEB83B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49B044C-0F09-E622-C87E-F7EC66341B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D420F81-84A1-30AE-1856-21B4B3FCF5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E6B2D70-AE8F-8F7A-AAAB-AF2E201DFA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B9D2009-010C-EC47-6AA7-B10B96E9CC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33E5C63-8C33-1783-F6CF-16F40B6D3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A111F-DF29-4A53-8F13-DB9EA2331AE4}" type="datetimeFigureOut">
              <a:rPr lang="zh-CN" altLang="en-US" smtClean="0"/>
              <a:t>2026/2/3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F96530A-596C-7AAF-BCA8-806E33A3E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D380F7F-FDCB-4E3A-BE6E-AB792DAD5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3115A-69DA-4CBE-82E5-00E4B32469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2715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8F2FAC-9FB8-658A-CFED-BA9D194C3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7BC35A3-488A-AE84-1B06-338B12D4F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A111F-DF29-4A53-8F13-DB9EA2331AE4}" type="datetimeFigureOut">
              <a:rPr lang="zh-CN" altLang="en-US" smtClean="0"/>
              <a:t>2026/2/3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1EBD3B3-6145-06C6-638E-D912B5B34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63ABAD1-CEF8-43C7-2F7D-D2CDA8B03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3115A-69DA-4CBE-82E5-00E4B32469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7946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48510DA-7858-1AEC-042C-202C77B52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A111F-DF29-4A53-8F13-DB9EA2331AE4}" type="datetimeFigureOut">
              <a:rPr lang="zh-CN" altLang="en-US" smtClean="0"/>
              <a:t>2026/2/3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F0656D1-C9BC-7C44-8707-EE83858CF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216503-43C3-7FDD-C15C-2B6780403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3115A-69DA-4CBE-82E5-00E4B32469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1679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CB6C7E-DA00-B7EA-0E49-591C4AD4E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08F5B97-42DD-5B6A-C7AF-FF6B704939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A67DF5A-EEF5-18DC-7ADD-66E3ABC074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79E8A08-3B3E-F043-870F-707B6600A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A111F-DF29-4A53-8F13-DB9EA2331AE4}" type="datetimeFigureOut">
              <a:rPr lang="zh-CN" altLang="en-US" smtClean="0"/>
              <a:t>2026/2/3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2B155F1-E6AC-E4B4-0B58-84D15DDCB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E75D0B4-8D1E-476A-DB1B-73F872BCC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3115A-69DA-4CBE-82E5-00E4B32469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4646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59A20C-802D-4F6F-D979-9E7B5A785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A2E0D28-9C9D-0F62-8811-2AD05BEB0A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633ABFA-2465-F410-1A5A-8DF2F2E1F6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6362661-187D-4D6F-9483-E3A8338FB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A111F-DF29-4A53-8F13-DB9EA2331AE4}" type="datetimeFigureOut">
              <a:rPr lang="zh-CN" altLang="en-US" smtClean="0"/>
              <a:t>2026/2/3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769B155-667A-F1F9-8AFB-0251E70A3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EDC53BD-A79F-6428-7BE3-C9490B2C4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3115A-69DA-4CBE-82E5-00E4B32469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00641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F1C050-F3D4-6A19-4EA6-4C3DBE892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C5B589C-804E-7870-0652-968E7D6EC4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7570D78-0592-38AD-517C-DF294C187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A111F-DF29-4A53-8F13-DB9EA2331AE4}" type="datetimeFigureOut">
              <a:rPr lang="zh-CN" altLang="en-US" smtClean="0"/>
              <a:t>2026/2/3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44804CC-BBFA-AD9A-F1A6-64CFF1389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30B6684-4020-B3DE-A1F6-1C77ACF76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3115A-69DA-4CBE-82E5-00E4B32469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33731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9076565-5D0F-9513-A7B2-1E6E0AEC70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2730397-43ED-B8B0-AF7A-210E88F80A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65C3A66-CB55-E4DD-3591-D11F5DCA4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A111F-DF29-4A53-8F13-DB9EA2331AE4}" type="datetimeFigureOut">
              <a:rPr lang="zh-CN" altLang="en-US" smtClean="0"/>
              <a:t>2026/2/3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9CD6C41-62CF-79A6-E8F6-C8FBA21AD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269257-BC17-1F35-16F6-780504D1F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3115A-69DA-4CBE-82E5-00E4B32469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40275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0E33671-C976-979B-BCA7-78104C9D1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F5815F2-A337-76CC-600B-1B3A409772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0D05220-3F61-A080-2F70-4FA7AE7E2E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7A111F-DF29-4A53-8F13-DB9EA2331AE4}" type="datetimeFigureOut">
              <a:rPr lang="zh-CN" altLang="en-US" smtClean="0"/>
              <a:t>2026/2/3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1E3388-B5CB-5921-AE8D-36627EF4C1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0ED5C43-D949-62ED-3BB3-8E9353D906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23115A-69DA-4CBE-82E5-00E4B32469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5783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9F73D3-D5E6-011A-0DE5-138027A32A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728B037-3360-983E-E837-01698C6B8B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3910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: 圆角 7">
            <a:extLst>
              <a:ext uri="{FF2B5EF4-FFF2-40B4-BE49-F238E27FC236}">
                <a16:creationId xmlns:a16="http://schemas.microsoft.com/office/drawing/2014/main" id="{DE42219E-32C6-5CF8-5F6B-683E5B814DA9}"/>
              </a:ext>
            </a:extLst>
          </p:cNvPr>
          <p:cNvSpPr/>
          <p:nvPr/>
        </p:nvSpPr>
        <p:spPr>
          <a:xfrm>
            <a:off x="1381056" y="438281"/>
            <a:ext cx="9150307" cy="5981438"/>
          </a:xfrm>
          <a:prstGeom prst="round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3C99531-32CF-2EBB-7F7C-BE4EEBAF901F}"/>
              </a:ext>
            </a:extLst>
          </p:cNvPr>
          <p:cNvSpPr txBox="1"/>
          <p:nvPr/>
        </p:nvSpPr>
        <p:spPr>
          <a:xfrm>
            <a:off x="4594070" y="609915"/>
            <a:ext cx="26808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dk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算法模块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AD19D01B-5DB6-F8CB-BAF0-BBD3C93BCFED}"/>
              </a:ext>
            </a:extLst>
          </p:cNvPr>
          <p:cNvSpPr/>
          <p:nvPr/>
        </p:nvSpPr>
        <p:spPr>
          <a:xfrm>
            <a:off x="1917087" y="1116199"/>
            <a:ext cx="2453630" cy="1707514"/>
          </a:xfrm>
          <a:prstGeom prst="round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算法接口层</a:t>
            </a:r>
            <a:b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（统一对外接口：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train/predict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）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3E0F377D-12EE-E6FF-BD39-88BD20BF9115}"/>
              </a:ext>
            </a:extLst>
          </p:cNvPr>
          <p:cNvSpPr/>
          <p:nvPr/>
        </p:nvSpPr>
        <p:spPr>
          <a:xfrm>
            <a:off x="1917086" y="4034288"/>
            <a:ext cx="2453630" cy="1707514"/>
          </a:xfrm>
          <a:prstGeom prst="round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运行配置与参数管理</a:t>
            </a:r>
            <a:br>
              <a:rPr lang="zh-CN" altLang="en-US" dirty="0"/>
            </a:b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（记录超参数、随机种子、运行模式）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9D7A113E-6AC8-4F92-5DE6-BFF45105622D}"/>
              </a:ext>
            </a:extLst>
          </p:cNvPr>
          <p:cNvSpPr/>
          <p:nvPr/>
        </p:nvSpPr>
        <p:spPr>
          <a:xfrm>
            <a:off x="4729395" y="2575243"/>
            <a:ext cx="2453630" cy="1707514"/>
          </a:xfrm>
          <a:prstGeom prst="round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模型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算法插件库</a:t>
            </a:r>
            <a:b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（可插拔模型集合，支持替换与对比）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3C063F3D-F1BD-2460-3838-600E0251A8A3}"/>
              </a:ext>
            </a:extLst>
          </p:cNvPr>
          <p:cNvSpPr/>
          <p:nvPr/>
        </p:nvSpPr>
        <p:spPr>
          <a:xfrm>
            <a:off x="7541703" y="1116199"/>
            <a:ext cx="2453630" cy="1707514"/>
          </a:xfrm>
          <a:prstGeom prst="round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输入适配与校验</a:t>
            </a:r>
            <a:br>
              <a:rPr lang="zh-CN" altLang="en-US" dirty="0"/>
            </a:br>
            <a:r>
              <a:rPr lang="zh-CN" altLang="en-US" dirty="0"/>
              <a:t>（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接收 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X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、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y 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与元信息，完成格式校验与转换）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2D93ACAF-55F4-08AA-FF61-ED73178CDECD}"/>
              </a:ext>
            </a:extLst>
          </p:cNvPr>
          <p:cNvSpPr/>
          <p:nvPr/>
        </p:nvSpPr>
        <p:spPr>
          <a:xfrm>
            <a:off x="7541703" y="4034287"/>
            <a:ext cx="2453630" cy="1707514"/>
          </a:xfrm>
          <a:prstGeom prst="round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输出封装</a:t>
            </a:r>
            <a:br>
              <a:rPr lang="zh-CN" altLang="en-US" dirty="0"/>
            </a:b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（统一输出：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pred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、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prob(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可选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)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、</a:t>
            </a:r>
            <a:r>
              <a:rPr lang="en-US" altLang="zh-CN" dirty="0" err="1">
                <a:latin typeface="仿宋" panose="02010609060101010101" pitchFamily="49" charset="-122"/>
                <a:ea typeface="仿宋" panose="02010609060101010101" pitchFamily="49" charset="-122"/>
              </a:rPr>
              <a:t>run_info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）</a:t>
            </a:r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3F54B4E5-51A5-A70A-D731-5DDA315862B0}"/>
              </a:ext>
            </a:extLst>
          </p:cNvPr>
          <p:cNvCxnSpPr>
            <a:stCxn id="10" idx="3"/>
            <a:endCxn id="13" idx="1"/>
          </p:cNvCxnSpPr>
          <p:nvPr/>
        </p:nvCxnSpPr>
        <p:spPr>
          <a:xfrm>
            <a:off x="4370717" y="1969956"/>
            <a:ext cx="3170986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CD1F6936-056E-FADE-5482-5A8A396F470D}"/>
              </a:ext>
            </a:extLst>
          </p:cNvPr>
          <p:cNvCxnSpPr>
            <a:stCxn id="13" idx="2"/>
            <a:endCxn id="12" idx="3"/>
          </p:cNvCxnSpPr>
          <p:nvPr/>
        </p:nvCxnSpPr>
        <p:spPr>
          <a:xfrm flipH="1">
            <a:off x="7183025" y="2823713"/>
            <a:ext cx="1585493" cy="60528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1ADF87CB-3CCC-3BA9-0EEE-C7614CB8C676}"/>
              </a:ext>
            </a:extLst>
          </p:cNvPr>
          <p:cNvCxnSpPr>
            <a:endCxn id="12" idx="1"/>
          </p:cNvCxnSpPr>
          <p:nvPr/>
        </p:nvCxnSpPr>
        <p:spPr>
          <a:xfrm flipV="1">
            <a:off x="3143901" y="3429000"/>
            <a:ext cx="1585494" cy="60528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6F02288A-D9B1-81E4-1A10-D5F4F0D55E31}"/>
              </a:ext>
            </a:extLst>
          </p:cNvPr>
          <p:cNvCxnSpPr>
            <a:stCxn id="12" idx="3"/>
            <a:endCxn id="14" idx="0"/>
          </p:cNvCxnSpPr>
          <p:nvPr/>
        </p:nvCxnSpPr>
        <p:spPr>
          <a:xfrm>
            <a:off x="7183025" y="3429000"/>
            <a:ext cx="1585493" cy="60528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09652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3CE7E5-4A3A-7C18-E252-051CBD5BF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DD68560-88C4-AB8B-1C7F-EE95A81A2D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算法模块通过统一接口层对外提供 </a:t>
            </a:r>
            <a:r>
              <a:rPr lang="en-US" altLang="zh-CN" dirty="0"/>
              <a:t>train/predict </a:t>
            </a:r>
            <a:r>
              <a:rPr lang="zh-CN" altLang="en-US" dirty="0"/>
              <a:t>能力，输入经过适配校验后进入可插拔的模型插件库运行；运行配置与参数管理保证可重复实验，最终输出封装为统一结构化结果，便于平台存储与可视化。</a:t>
            </a:r>
          </a:p>
        </p:txBody>
      </p:sp>
    </p:spTree>
    <p:extLst>
      <p:ext uri="{BB962C8B-B14F-4D97-AF65-F5344CB8AC3E}">
        <p14:creationId xmlns:p14="http://schemas.microsoft.com/office/powerpoint/2010/main" val="7713261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1518</TotalTime>
  <Words>143</Words>
  <Application>Microsoft Office PowerPoint</Application>
  <PresentationFormat>宽屏</PresentationFormat>
  <Paragraphs>8</Paragraphs>
  <Slides>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9" baseType="lpstr">
      <vt:lpstr>等线</vt:lpstr>
      <vt:lpstr>等线 Light</vt:lpstr>
      <vt:lpstr>仿宋</vt:lpstr>
      <vt:lpstr>黑体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zixuan wang</dc:creator>
  <cp:lastModifiedBy>zixuan wang</cp:lastModifiedBy>
  <cp:revision>3</cp:revision>
  <dcterms:created xsi:type="dcterms:W3CDTF">2026-01-31T03:26:59Z</dcterms:created>
  <dcterms:modified xsi:type="dcterms:W3CDTF">2026-02-03T02:37:37Z</dcterms:modified>
</cp:coreProperties>
</file>